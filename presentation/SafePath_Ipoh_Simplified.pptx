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Ipoh: Urban Safety AI Navigation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navigation apps optimize strictly for distance, routing pedestrians through poorly lit, high-risk streets.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Night Walking Confidence (OECD 2025)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441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Reduction via LED Lighting (Chalfin 2022)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01000" y="187452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441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Pedestrian Fatalities (GHSA 2022)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10607040" cy="1691640"/>
          </a:xfrm>
          <a:prstGeom prst="roundRect">
            <a:avLst>
              <a:gd name="adj" fmla="val 3243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64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Value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7947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Users:  </a:t>
            </a:r>
            <a:pPr indent="0" marL="0">
              <a:buNone/>
            </a:pPr>
            <a:r>
              <a:rPr lang="en-US" sz="12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students, lone night walkers, elderly residents, newcomers, and late-shift workers.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Value:  </a:t>
            </a:r>
            <a:pPr indent="0" marL="0">
              <a:buNone/>
            </a:pPr>
            <a:r>
              <a:rPr lang="en-US" sz="12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mobility independence by eliminating the need for expensive ride-shares or extreme safety detours.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PEAS &amp;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230368" cy="1234440"/>
          </a:xfrm>
          <a:prstGeom prst="roundRect">
            <a:avLst>
              <a:gd name="adj" fmla="val 4444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31673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8408" y="1645920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maximization, minimized travel duration, successful arrivals, preference satisfaction, dynamic re-routes.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53912" y="1188720"/>
            <a:ext cx="5230368" cy="1234440"/>
          </a:xfrm>
          <a:prstGeom prst="roundRect">
            <a:avLst>
              <a:gd name="adj" fmla="val 4444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316736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Ipoh City Center road network (street geometry, lighting levels, CCTV density, live traffic, crime indices).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5230368" cy="1234440"/>
          </a:xfrm>
          <a:prstGeom prst="roundRect">
            <a:avLst>
              <a:gd name="adj" fmla="val 4444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69748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3026664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safe route recommendation, safety score display, real-time hazard warnings, Guardian Mode &amp; SOS alerts.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53912" y="2569464"/>
            <a:ext cx="5230368" cy="1234440"/>
          </a:xfrm>
          <a:prstGeom prst="roundRect">
            <a:avLst>
              <a:gd name="adj" fmla="val 4444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69748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026664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coordinates, destination inputs, user weight preferences, travel timestamps, illumination sensors, crime metrics.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041648"/>
            <a:ext cx="10607040" cy="1554480"/>
          </a:xfrm>
          <a:prstGeom prst="roundRect">
            <a:avLst>
              <a:gd name="adj" fmla="val 3529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87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Characteristics &amp; State Space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572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observable, non-deterministic, sequential, dynamic, and discrete graph.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88289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destination, distance, lighting, CCTV coverage, traffic density, local crime index.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1937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transitions between adjacent road intersections in Ipoh City Center.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&amp; Experimental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35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CSP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Search:  </a:t>
            </a:r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edge risk cost g(n) and admissible Euclidean heuristic h(n): f(n) = g(n) + h(n). Outperforms uninformed baselines (BFS, DFS, UCS).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Engine:  </a:t>
            </a:r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search with Minimum Remaining Values (MRV) heuristic assigns patrol escorts without overlapping zones.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33502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4-Module System 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6916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src/graph.py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191109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for nodes (A-J), edge risk weights, and CSP declarations.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211226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src/cost.py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hygiene, bounding IoT inputs (0.0-100.0), median imputation &amp; distance.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5328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src/algorithms.py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27523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for BFS, DFS, UCS, A*, and CSP backtracking logic.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29535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317296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evaluation controller and console presentation interface.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Evidence (Baseline vs Safety-Optimized)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886200"/>
          <a:ext cx="10607040" cy="237744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463040"/>
                <a:gridCol w="1463040"/>
                <a:gridCol w="329184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Railway (A) to Hospital (J)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1830.0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shortest distance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Railway (A) to Hospital (J)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Safety-Opt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2100.0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+270.0 m | Risk -0.25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Railway (A) to Yau Tet Shin (H)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1410.0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shortest distance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Railway (A) to Yau Tet Shin (H)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Safety-Opt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1700.0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+290.0 m | Risk -0.92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Birch Clock (B) to Greentown (I)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1960.0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shortest distance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Birch Clock (B) to Greentown (I)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Safety-Opt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1980.0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 m | Risk -0.49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Responsible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53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Alignment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(Health &amp; Well-Being):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crime exposure risk and encourages physical walking habits.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 (Reduced Inequalities):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vulnerable commuters (elderly, night workers) in under-resourced areas.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(Sustainable Cities):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safer, inclusive, and zero-emission urban pedestrian mobility.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533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Risk Mitigation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1783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Evaluation: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physical infrastructure (lighting, CCTV) rather than demographic profiling.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Post-trip geolocation deletion, end-to-end encryption &amp; conditional Guardian Mode release.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3611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Resilience:  </a:t>
            </a:r>
            <a:pPr indent="0" marL="0">
              <a:buNone/>
            </a:pPr>
            <a:r>
              <a:rPr lang="en-US" sz="12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reflex rules trigger instant route adjustments upon path deviations.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Reference &amp; Search Path Detail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17233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16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Aliases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276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Railway Station  |  B: Birch Clock Tower  |  C: Central Police Station  |  D: Concubine Lane  |  E: Padang Ipoh  |  F: Kinta Riverfront  |  G: Gerbang Malam  |  H: Yau Tet Shin  |  I: Greentown Center  |  J: Hospital Bainun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Node Sequence &amp; Search Efficiency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88920"/>
          <a:ext cx="1060704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3566160"/>
                <a:gridCol w="219456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Sequence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5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Railway (A) to Hospital (J)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D → F → 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Railway (A) to Hospital (J)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Safety-Opt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D → F → 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Railway (A) to Yau Tet Shin (H)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D → F →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Railway (A) to Yau Tet Shin (H)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Safety-Opt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D → G →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Birch Clock (B) to Greentown (I)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→ D → F → H →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3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Birch Clock (B) to Greentown (I)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Safety-Opt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→ D → G → H →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EB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6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2026-08-21T05:15:03Z</dcterms:created>
  <dcterms:modified xsi:type="dcterms:W3CDTF">2026-08-21T05:15:03Z</dcterms:modified>
</cp:coreProperties>
</file>